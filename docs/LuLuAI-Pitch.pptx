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914400"/>
            <a:ext cx="121916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0">
                <a:solidFill>
                  <a:srgbClr val="FFFFFF"/>
                </a:solidFill>
              </a:defRPr>
            </a:pPr>
            <a:r>
              <a:t>🛡️🤖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228600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LuLu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200400"/>
            <a:ext cx="12191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94A3B8"/>
                </a:solidFill>
              </a:defRPr>
            </a:pPr>
            <a:r>
              <a:t>AI-Powered Firewall Assistant for macOS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1148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0A5FA"/>
                </a:solidFill>
              </a:defRPr>
            </a:pPr>
            <a:r>
              <a:t>Sui Hackathon 2026  ·  Sui Tunnel Payment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0292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4A3B8"/>
                </a:solidFill>
              </a:defRPr>
            </a:pPr>
            <a:r>
              <a:t>Eason Chen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5720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87171"/>
                </a:solidFill>
              </a:defRPr>
            </a:pPr>
            <a:r>
              <a:t>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645920"/>
            <a:ext cx="9448495" cy="32004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0" y="1737360"/>
            <a:ext cx="8961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🛡️ Firewalls are critical, but alerts are confusing</a:t>
            </a:r>
          </a:p>
          <a:p>
            <a:pPr algn="l">
              <a:defRPr sz="1800" b="0">
                <a:solidFill>
                  <a:srgbClr val="FFFFFF"/>
                </a:solidFill>
              </a:defRPr>
            </a:pPr>
          </a:p>
          <a:p>
            <a:pPr algn="l">
              <a:defRPr sz="1800" b="0">
                <a:solidFill>
                  <a:srgbClr val="FFFFFF"/>
                </a:solidFill>
              </a:defRPr>
            </a:pPr>
            <a:r>
              <a:t>• LuLu is the best open-source macOS firewall</a:t>
            </a:r>
          </a:p>
          <a:p>
            <a:pPr algn="l">
              <a:defRPr sz="1800" b="0">
                <a:solidFill>
                  <a:srgbClr val="FFFFFF"/>
                </a:solidFill>
              </a:defRPr>
            </a:pPr>
            <a:r>
              <a:t>• Shows alerts like: python3 → 185.199.108.133:443</a:t>
            </a:r>
          </a:p>
          <a:p>
            <a:pPr algn="l">
              <a:defRPr sz="1800" b="0">
                <a:solidFill>
                  <a:srgbClr val="FBBF24"/>
                </a:solidFill>
              </a:defRPr>
            </a:pPr>
            <a:r>
              <a:t>• Average users can't judge if a connection is safe or malicious</a:t>
            </a:r>
          </a:p>
          <a:p>
            <a:pPr algn="l">
              <a:defRPr sz="1800" b="0">
                <a:solidFill>
                  <a:srgbClr val="F87171"/>
                </a:solidFill>
              </a:defRPr>
            </a:pPr>
            <a:r>
              <a:t>• Wrong decisions: allow malware or break legitimate apps</a:t>
            </a:r>
          </a:p>
          <a:p>
            <a:pPr algn="l">
              <a:defRPr sz="1800" b="0">
                <a:solidFill>
                  <a:srgbClr val="FFFFFF"/>
                </a:solidFill>
              </a:defRPr>
            </a:pPr>
          </a:p>
          <a:p>
            <a:pPr algn="l">
              <a:defRPr sz="1600" b="0">
                <a:solidFill>
                  <a:srgbClr val="94A3B8"/>
                </a:solidFill>
              </a:defRPr>
            </a:pPr>
            <a:r>
              <a:t>macOS malware increasingly uses outbound connections.</a:t>
            </a:r>
          </a:p>
          <a:p>
            <a:pPr algn="l">
              <a:defRPr sz="1600" b="0">
                <a:solidFill>
                  <a:srgbClr val="FBBF24"/>
                </a:solidFill>
              </a:defRPr>
            </a:pPr>
            <a:r>
              <a:t>Your firewall is only as good as your decisions.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7432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34D399"/>
                </a:solidFill>
              </a:defRPr>
            </a:pPr>
            <a:r>
              <a:t>LuLu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9144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94A3B8"/>
                </a:solidFill>
              </a:defRPr>
            </a:pPr>
            <a:r>
              <a:t>Let AI analyze every firewall alert for you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029200" cy="384048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87171"/>
                </a:solidFill>
              </a:defRPr>
            </a:pPr>
            <a:r>
              <a:t>🔴 High Risk - Block</a:t>
            </a: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python3 → 185.199.108.133:443</a:t>
            </a:r>
          </a:p>
          <a:p>
            <a:pPr algn="l">
              <a:defRPr sz="1400" b="0">
                <a:solidFill>
                  <a:srgbClr val="94A3B8"/>
                </a:solidFill>
              </a:defRPr>
            </a:pPr>
            <a:r>
              <a:t>raw.githubusercontent.com</a:t>
            </a:r>
          </a:p>
          <a:p>
            <a:pPr algn="l">
              <a:defRPr sz="1800" b="0">
                <a:solidFill>
                  <a:srgbClr val="FFFFFF"/>
                </a:solidFill>
              </a:defRPr>
            </a:pP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Unexpected outbound connection during skill</a:t>
            </a: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installation. This Python subprocess is downloading</a:t>
            </a: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scripts from GitHub via a post-install hook.</a:t>
            </a:r>
          </a:p>
          <a:p>
            <a:pPr algn="l">
              <a:defRPr sz="1400" b="1">
                <a:solidFill>
                  <a:srgbClr val="F87171"/>
                </a:solidFill>
              </a:defRPr>
            </a:pPr>
            <a:r>
              <a:t>Not initiated by user.</a:t>
            </a:r>
          </a:p>
          <a:p>
            <a:pPr algn="l">
              <a:defRPr sz="1800" b="0">
                <a:solidFill>
                  <a:srgbClr val="FFFFFF"/>
                </a:solidFill>
              </a:defRPr>
            </a:pPr>
          </a:p>
          <a:p>
            <a:pPr algn="l">
              <a:defRPr sz="1600" b="1">
                <a:solidFill>
                  <a:srgbClr val="F87171"/>
                </a:solidFill>
              </a:defRPr>
            </a:pPr>
            <a:r>
              <a:t>Recommendation: 🚫 Block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645920"/>
            <a:ext cx="5029200" cy="384048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73736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34D399"/>
                </a:solidFill>
              </a:defRPr>
            </a:pPr>
            <a:r>
              <a:t>🟢 Low Risk - Allow</a:t>
            </a: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python3.11 → 148.251.183.254:443</a:t>
            </a:r>
          </a:p>
          <a:p>
            <a:pPr algn="l">
              <a:defRPr sz="1400" b="0">
                <a:solidFill>
                  <a:srgbClr val="94A3B8"/>
                </a:solidFill>
              </a:defRPr>
            </a:pPr>
            <a:r>
              <a:t>wttr.in</a:t>
            </a:r>
          </a:p>
          <a:p>
            <a:pPr algn="l">
              <a:defRPr sz="1800" b="0">
                <a:solidFill>
                  <a:srgbClr val="FFFFFF"/>
                </a:solidFill>
              </a:defRPr>
            </a:pP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Running the weather skill for the first time.</a:t>
            </a: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Connects to wttr.in (a weather service).</a:t>
            </a: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This is expected behavior for this skill.</a:t>
            </a:r>
          </a:p>
          <a:p>
            <a:pPr algn="l">
              <a:defRPr sz="1800" b="0">
                <a:solidFill>
                  <a:srgbClr val="FFFFFF"/>
                </a:solidFill>
              </a:defRPr>
            </a:pPr>
          </a:p>
          <a:p>
            <a:pPr algn="l">
              <a:defRPr sz="1600" b="1">
                <a:solidFill>
                  <a:srgbClr val="34D399"/>
                </a:solidFill>
              </a:defRPr>
            </a:pPr>
            <a:r>
              <a:t>Recommendation: ✅ Allow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576072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34D399"/>
                </a:solidFill>
              </a:defRPr>
            </a:pPr>
            <a:r>
              <a:t>From raw IPs to human-readable risk assessment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7432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Real AI Analysis on Telegram</a:t>
            </a:r>
          </a:p>
        </p:txBody>
      </p:sp>
      <p:pic>
        <p:nvPicPr>
          <p:cNvPr id="3" name="Picture 2" descr="telegram-ale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1188720"/>
            <a:ext cx="5356578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612648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</a:defRPr>
            </a:pPr>
            <a:r>
              <a:t>Left: 🔴 Suspicious connection blocked  |  Right: 🟢 Safe connection allowed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74320"/>
            <a:ext cx="12191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🤖 Component 1: AI Agent Skill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82296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4A3B8"/>
                </a:solidFill>
              </a:defRPr>
            </a:pPr>
            <a:r>
              <a:t>lulu-monitor - Background service for OpenClaw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463040"/>
            <a:ext cx="9448495" cy="27432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0" y="1554480"/>
            <a:ext cx="8961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60A5FA"/>
                </a:solidFill>
              </a:defRPr>
            </a:pPr>
            <a:r>
              <a:t>Features</a:t>
            </a:r>
          </a:p>
          <a:p>
            <a:pPr algn="l">
              <a:defRPr sz="1600" b="0">
                <a:solidFill>
                  <a:srgbClr val="FFFFFF"/>
                </a:solidFill>
              </a:defRPr>
            </a:pPr>
            <a:r>
              <a:t>• Detects LuLu alert windows via AppleScript (polls every 1s)</a:t>
            </a:r>
          </a:p>
          <a:p>
            <a:pPr algn="l">
              <a:defRPr sz="1600" b="0">
                <a:solidFill>
                  <a:srgbClr val="FFFFFF"/>
                </a:solidFill>
              </a:defRPr>
            </a:pPr>
            <a:r>
              <a:t>• Extracts process name, PID, IP, port, DNS from alert</a:t>
            </a:r>
          </a:p>
          <a:p>
            <a:pPr algn="l">
              <a:defRPr sz="1600" b="0">
                <a:solidFill>
                  <a:srgbClr val="FFFFFF"/>
                </a:solidFill>
              </a:defRPr>
            </a:pPr>
            <a:r>
              <a:t>• Analyzes with Claude AI (understands what the process is doing)</a:t>
            </a:r>
          </a:p>
          <a:p>
            <a:pPr algn="l">
              <a:defRPr sz="1600" b="0">
                <a:solidFill>
                  <a:srgbClr val="FFFFFF"/>
                </a:solidFill>
              </a:defRPr>
            </a:pPr>
            <a:r>
              <a:t>• Notifies via Telegram with risk level + explanation</a:t>
            </a:r>
          </a:p>
          <a:p>
            <a:pPr algn="l">
              <a:defRPr sz="1600" b="0">
                <a:solidFill>
                  <a:srgbClr val="FFFFFF"/>
                </a:solidFill>
              </a:defRPr>
            </a:pPr>
            <a:r>
              <a:t>• 4 action buttons: Always Allow, Allow Once, Always Block, Block Once</a:t>
            </a:r>
          </a:p>
          <a:p>
            <a:pPr algn="l">
              <a:defRPr sz="1600" b="0">
                <a:solidFill>
                  <a:srgbClr val="FFFFFF"/>
                </a:solidFill>
              </a:defRPr>
            </a:pPr>
            <a:r>
              <a:t>• Auto-execute mode for high-confidence safe connections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7200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0A5FA"/>
                </a:solidFill>
              </a:defRPr>
            </a:pPr>
            <a:r>
              <a:t>🛡️ LuLu Alert  →  📝 Extract Info  →  🤖 AI Analyzes  →  📱 Telegram  →  👆 User Taps  →  ✅ Executed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7432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What Makes AI Special Here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9448495" cy="25603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0" y="1463040"/>
            <a:ext cx="8961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0A5FA"/>
                </a:solidFill>
              </a:defRPr>
            </a:pPr>
            <a:r>
              <a:t>🧠 The AI has context that you don't</a:t>
            </a:r>
          </a:p>
          <a:p>
            <a:pPr algn="l">
              <a:defRPr sz="1800" b="0">
                <a:solidFill>
                  <a:srgbClr val="FFFFFF"/>
                </a:solidFill>
              </a:defRPr>
            </a:pPr>
          </a:p>
          <a:p>
            <a:pPr algn="l">
              <a:defRPr sz="1600" b="0">
                <a:solidFill>
                  <a:srgbClr val="FFFFFF"/>
                </a:solidFill>
              </a:defRPr>
            </a:pPr>
            <a:r>
              <a:t>• It knows what it was doing when the alert fired</a:t>
            </a:r>
          </a:p>
          <a:p>
            <a:pPr algn="l">
              <a:defRPr sz="1600" b="0">
                <a:solidFill>
                  <a:srgbClr val="F87171"/>
                </a:solidFill>
              </a:defRPr>
            </a:pPr>
            <a:r>
              <a:t>• "I was installing a skill" → post-install hook connection = suspicious</a:t>
            </a:r>
          </a:p>
          <a:p>
            <a:pPr algn="l">
              <a:defRPr sz="1600" b="0">
                <a:solidFill>
                  <a:srgbClr val="34D399"/>
                </a:solidFill>
              </a:defRPr>
            </a:pPr>
            <a:r>
              <a:t>• "I'm running the weather skill" → connection to wttr.in = expected</a:t>
            </a:r>
          </a:p>
          <a:p>
            <a:pPr algn="l">
              <a:defRPr sz="1600" b="0">
                <a:solidFill>
                  <a:srgbClr val="FFFFFF"/>
                </a:solidFill>
              </a:defRPr>
            </a:pPr>
            <a:r>
              <a:t>• Same IP, same process, completely different risk based on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4297680"/>
            <a:ext cx="9448495" cy="13716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45920" y="4389120"/>
            <a:ext cx="8961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</a:defRPr>
            </a:pPr>
            <a:r>
              <a:t>Traditional firewall: python3 → 185.199.108.133:443 → ❓ No idea</a:t>
            </a:r>
          </a:p>
          <a:p>
            <a:pPr algn="l">
              <a:defRPr sz="1800" b="0">
                <a:solidFill>
                  <a:srgbClr val="FFFFFF"/>
                </a:solidFill>
              </a:defRPr>
            </a:pPr>
          </a:p>
          <a:p>
            <a:pPr algn="l">
              <a:defRPr sz="1600" b="1">
                <a:solidFill>
                  <a:srgbClr val="F87171"/>
                </a:solidFill>
              </a:defRPr>
            </a:pPr>
            <a:r>
              <a:t>LuLu AI: "This connection was NOT initiated by me. It's a post-install hook." → 🔴 Block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74320"/>
            <a:ext cx="12191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🖥️ Component 2: Mac App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82296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4A3B8"/>
                </a:solidFill>
              </a:defRPr>
            </a:pPr>
            <a:r>
              <a:t>LuLuAICompanion - Native macOS menu bar app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5029200" cy="43891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60A5FA"/>
                </a:solidFill>
              </a:defRPr>
            </a:pPr>
            <a:r>
              <a:t>Features</a:t>
            </a: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• Native SwiftUI menu bar app</a:t>
            </a: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• Monitors alerts via Accessibility API</a:t>
            </a: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• WHOIS + Geo + DNS enrichment</a:t>
            </a:r>
          </a:p>
          <a:p>
            <a:pPr algn="l">
              <a:defRPr sz="1400" b="0">
                <a:solidFill>
                  <a:srgbClr val="34D399"/>
                </a:solidFill>
              </a:defRPr>
            </a:pPr>
            <a:r>
              <a:t>• AI-powered risk analysis with detailed explanation</a:t>
            </a: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• One-click Allow/Block with confidence score</a:t>
            </a:r>
          </a:p>
          <a:p>
            <a:pPr algn="l">
              <a:defRPr sz="1400" b="0">
                <a:solidFill>
                  <a:srgbClr val="34D399"/>
                </a:solidFill>
              </a:defRPr>
            </a:pPr>
            <a:r>
              <a:t>• Multi-provider API keys: Anthropic, OpenAI, Gemini, 3mate</a:t>
            </a: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• Automatic failover across providers</a:t>
            </a:r>
          </a:p>
          <a:p>
            <a:pPr algn="l">
              <a:defRPr sz="1400" b="0">
                <a:solidFill>
                  <a:srgbClr val="34D399"/>
                </a:solidFill>
              </a:defRPr>
            </a:pPr>
            <a:r>
              <a:t>• Decision history with full audit log</a:t>
            </a: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• Setup wizard for easy config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463040"/>
            <a:ext cx="5029200" cy="43891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5544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60A5FA"/>
                </a:solidFill>
              </a:defRPr>
            </a:pPr>
            <a:r>
              <a:t>Agent Skill vs Mac App</a:t>
            </a:r>
          </a:p>
          <a:p>
            <a:pPr algn="l">
              <a:defRPr sz="1800" b="0">
                <a:solidFill>
                  <a:srgbClr val="FFFFFF"/>
                </a:solidFill>
              </a:defRPr>
            </a:pPr>
          </a:p>
          <a:p>
            <a:pPr algn="l">
              <a:defRPr sz="1300" b="0">
                <a:solidFill>
                  <a:srgbClr val="94A3B8"/>
                </a:solidFill>
              </a:defRPr>
            </a:pPr>
            <a:r>
              <a:t>                    Mac App      Agent Skill</a:t>
            </a:r>
          </a:p>
          <a:p>
            <a:pPr algn="l">
              <a:defRPr sz="1300" b="0">
                <a:solidFill>
                  <a:srgbClr val="FFFFFF"/>
                </a:solidFill>
              </a:defRPr>
            </a:pPr>
            <a:r>
              <a:t>Setup:           Download        OpenClaw req'd</a:t>
            </a:r>
          </a:p>
          <a:p>
            <a:pPr algn="l">
              <a:defRPr sz="1300" b="0">
                <a:solidFill>
                  <a:srgbClr val="FFFFFF"/>
                </a:solidFill>
              </a:defRPr>
            </a:pPr>
            <a:r>
              <a:t>Notify:          On-screen       Telegram/Discord</a:t>
            </a:r>
          </a:p>
          <a:p>
            <a:pPr algn="l">
              <a:defRPr sz="1300" b="0">
                <a:solidFill>
                  <a:srgbClr val="FFFFFF"/>
                </a:solidFill>
              </a:defRPr>
            </a:pPr>
            <a:r>
              <a:t>AI Analysis:  ✅ Full             ✅ Full</a:t>
            </a:r>
          </a:p>
          <a:p>
            <a:pPr algn="l">
              <a:defRPr sz="1300" b="0">
                <a:solidFill>
                  <a:srgbClr val="FFFFFF"/>
                </a:solidFill>
              </a:defRPr>
            </a:pPr>
            <a:r>
              <a:t>API Keys:     ✅ Multi-provider  Via OpenClaw</a:t>
            </a:r>
          </a:p>
          <a:p>
            <a:pPr algn="l">
              <a:defRPr sz="1300" b="0">
                <a:solidFill>
                  <a:srgbClr val="FFFFFF"/>
                </a:solidFill>
              </a:defRPr>
            </a:pPr>
            <a:r>
              <a:t>History:        ✅ Local log      ✅ Chat history</a:t>
            </a:r>
          </a:p>
          <a:p>
            <a:pPr algn="l">
              <a:defRPr sz="1300" b="0">
                <a:solidFill>
                  <a:srgbClr val="FFFFFF"/>
                </a:solidFill>
              </a:defRPr>
            </a:pPr>
            <a:r>
              <a:t>Remote:        ❌ Local           ✅ From phone</a:t>
            </a:r>
          </a:p>
          <a:p>
            <a:pPr algn="l">
              <a:defRPr sz="1300" b="0">
                <a:solidFill>
                  <a:srgbClr val="FFFFFF"/>
                </a:solidFill>
              </a:defRPr>
            </a:pPr>
            <a:r>
              <a:t>Auto:            ❌                  ✅ Auto-execute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74320"/>
            <a:ext cx="12191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LuLu AI Companion in Action</a:t>
            </a:r>
          </a:p>
        </p:txBody>
      </p:sp>
      <p:pic>
        <p:nvPicPr>
          <p:cNvPr id="3" name="Picture 2" descr="companion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097280"/>
            <a:ext cx="761500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</a:defRPr>
            </a:pPr>
            <a:r>
              <a:t>AI recommendation overlay next to LuLu firewall alert on macOS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74320"/>
            <a:ext cx="12191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60A5FA"/>
                </a:solidFill>
              </a:defRPr>
            </a:pPr>
            <a:r>
              <a:t>Sui Tunnel Payment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82296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4A3B8"/>
                </a:solidFill>
              </a:defRPr>
            </a:pPr>
            <a:r>
              <a:t>Pay-per-use AI via on-chain micropayments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46304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0A5FA"/>
                </a:solidFill>
              </a:defRPr>
            </a:pPr>
            <a:r>
              <a:t>💰 Deposit USDC  →  🔑 Create API Key  →  🤖 Use AI  →  ✅ Claim  →  💸 Close/Refund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560320"/>
            <a:ext cx="5029200" cy="292608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65176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0A5FA"/>
                </a:solidFill>
              </a:defRPr>
            </a:pPr>
            <a:r>
              <a:t>Why Sui?</a:t>
            </a:r>
          </a:p>
          <a:p>
            <a:pPr algn="l">
              <a:defRPr sz="1600" b="0">
                <a:solidFill>
                  <a:srgbClr val="FFFFFF"/>
                </a:solidFill>
              </a:defRPr>
            </a:pPr>
            <a:r>
              <a:t>• Sub-second finality for real-time payments</a:t>
            </a:r>
          </a:p>
          <a:p>
            <a:pPr algn="l">
              <a:defRPr sz="1600" b="0">
                <a:solidFill>
                  <a:srgbClr val="FFFFFF"/>
                </a:solidFill>
              </a:defRPr>
            </a:pPr>
            <a:r>
              <a:t>• Shared objects = perfect for payment channels</a:t>
            </a:r>
          </a:p>
          <a:p>
            <a:pPr algn="l">
              <a:defRPr sz="1600" b="0">
                <a:solidFill>
                  <a:srgbClr val="FFFFFF"/>
                </a:solidFill>
              </a:defRPr>
            </a:pPr>
            <a:r>
              <a:t>• Gas Station = zero gas for end users</a:t>
            </a:r>
          </a:p>
          <a:p>
            <a:pPr algn="l">
              <a:defRPr sz="1600" b="0">
                <a:solidFill>
                  <a:srgbClr val="FFFFFF"/>
                </a:solidFill>
              </a:defRPr>
            </a:pPr>
            <a:r>
              <a:t>• Ed25519 native support in Move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2560320"/>
            <a:ext cx="5029200" cy="292608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265176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34D399"/>
                </a:solidFill>
              </a:defRPr>
            </a:pPr>
            <a:r>
              <a:t>Contract Security</a:t>
            </a:r>
          </a:p>
          <a:p>
            <a:pPr algn="l">
              <a:defRPr sz="1600" b="0">
                <a:solidFill>
                  <a:srgbClr val="34D399"/>
                </a:solidFill>
              </a:defRPr>
            </a:pPr>
            <a:r>
              <a:t>• 42 tests, 100% coverage</a:t>
            </a:r>
          </a:p>
          <a:p>
            <a:pPr algn="l">
              <a:defRPr sz="1600" b="0">
                <a:solidFill>
                  <a:srgbClr val="FFFFFF"/>
                </a:solidFill>
              </a:defRPr>
            </a:pPr>
            <a:r>
              <a:t>• Multi-key: 1 deposit, N API keys</a:t>
            </a:r>
          </a:p>
          <a:p>
            <a:pPr algn="l">
              <a:defRPr sz="1600" b="0">
                <a:solidFill>
                  <a:srgbClr val="FFFFFF"/>
                </a:solidFill>
              </a:defRPr>
            </a:pPr>
            <a:r>
              <a:t>• Grace period prevents operator abuse</a:t>
            </a:r>
          </a:p>
          <a:p>
            <a:pPr algn="l">
              <a:defRPr sz="1600" b="0">
                <a:solidFill>
                  <a:srgbClr val="FFFFFF"/>
                </a:solidFill>
              </a:defRPr>
            </a:pPr>
            <a:r>
              <a:t>• User can always close and get refund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74320"/>
            <a:ext cx="12191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1097280"/>
            <a:ext cx="8503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  <a:latin typeface="Courier New"/>
              </a:defRPr>
            </a:pPr>
            <a:r>
              <a:t>┌──────────────────────────────────────────────┐</a:t>
            </a:r>
            <a:br/>
            <a:r>
              <a:t>│                User's Mac                     │</a:t>
            </a:r>
            <a:br/>
            <a:r>
              <a:t>│                                               │</a:t>
            </a:r>
            <a:br/>
            <a:r>
              <a:t>│  ┌──────────┐    ┌─────────────────────────┐ │</a:t>
            </a:r>
            <a:br/>
            <a:r>
              <a:t>│  │  LuLu    │───→│  lulu-monitor (Skill)   │ │</a:t>
            </a:r>
            <a:br/>
            <a:r>
              <a:t>│  │ Firewall │    │  or LuLuAI (Mac App)    │ │</a:t>
            </a:r>
            <a:br/>
            <a:r>
              <a:t>│  └──────────┘    └────────────┬────────────┘ │</a:t>
            </a:r>
            <a:br/>
            <a:r>
              <a:t>└───────────────────────────────┼───────────────┘</a:t>
            </a:r>
            <a:br/>
            <a:r>
              <a:t>                                │ API Call (sk-3mate key)</a:t>
            </a:r>
            <a:br/>
            <a:r>
              <a:t>                 ┌──────────────▼──────────────┐</a:t>
            </a:r>
            <a:br/>
            <a:r>
              <a:t>                 │     3mate Platform            │</a:t>
            </a:r>
            <a:br/>
            <a:r>
              <a:t>                 │     platform.3mate.io         │</a:t>
            </a:r>
            <a:br/>
            <a:r>
              <a:t>                 │  ┌─────────┐  ┌───────────┐  │</a:t>
            </a:r>
            <a:br/>
            <a:r>
              <a:t>                 │  │ Claude  │  │ Sui Tunnel│  │</a:t>
            </a:r>
            <a:br/>
            <a:r>
              <a:t>                 │  │ Proxy   │  │ Payment   │  │</a:t>
            </a:r>
            <a:br/>
            <a:r>
              <a:t>                 │  └─────────┘  └───────────┘  │</a:t>
            </a:r>
            <a:br/>
            <a:r>
              <a:t>                 └──────────────┬───────────────┘</a:t>
            </a:r>
            <a:br/>
            <a:r>
              <a:t>                                │ On-chain claim</a:t>
            </a:r>
            <a:br/>
            <a:r>
              <a:t>                 ┌──────────────▼──────────────┐</a:t>
            </a:r>
            <a:br/>
            <a:r>
              <a:t>                 │       Sui Blockchain          │</a:t>
            </a:r>
            <a:br/>
            <a:r>
              <a:t>                 │  Tunnel + TEST_USDC + Ed25519 │</a:t>
            </a:r>
            <a:br/>
            <a:r>
              <a:t>                 └───────────────────────────────┘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5720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828800"/>
            <a:ext cx="4389120" cy="32004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554480" y="192024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0">
                <a:solidFill>
                  <a:srgbClr val="FFFFFF"/>
                </a:solidFill>
              </a:defRPr>
            </a:pPr>
            <a:r>
              <a:t>🤖</a:t>
            </a:r>
          </a:p>
          <a:p>
            <a:pPr algn="ctr">
              <a:defRPr sz="2200" b="1">
                <a:solidFill>
                  <a:srgbClr val="60A5FA"/>
                </a:solidFill>
              </a:defRPr>
            </a:pPr>
            <a:r>
              <a:t>AI Agent Skill</a:t>
            </a:r>
          </a:p>
          <a:p>
            <a:pPr algn="l">
              <a:defRPr sz="1000" b="0">
                <a:solidFill>
                  <a:srgbClr val="FFFFFF"/>
                </a:solidFill>
              </a:defRPr>
            </a:pPr>
          </a:p>
          <a:p>
            <a:pPr algn="ctr">
              <a:defRPr sz="1400" b="0">
                <a:solidFill>
                  <a:srgbClr val="FFFFFF"/>
                </a:solidFill>
              </a:defRPr>
            </a:pPr>
            <a:r>
              <a:t>Trigger a LuLu alert → AI analyzes</a:t>
            </a:r>
          </a:p>
          <a:p>
            <a:pPr algn="ctr">
              <a:defRPr sz="1400" b="0">
                <a:solidFill>
                  <a:srgbClr val="FFFFFF"/>
                </a:solidFill>
              </a:defRPr>
            </a:pPr>
            <a:r>
              <a:t>→ Telegram notification → Tap Allow/Block</a:t>
            </a:r>
          </a:p>
          <a:p>
            <a:pPr algn="l">
              <a:defRPr sz="1000" b="0">
                <a:solidFill>
                  <a:srgbClr val="FFFFFF"/>
                </a:solidFill>
              </a:defRPr>
            </a:pPr>
          </a:p>
          <a:p>
            <a:pPr algn="ctr">
              <a:defRPr sz="1400" b="0">
                <a:solidFill>
                  <a:srgbClr val="A78BFA"/>
                </a:solidFill>
              </a:defRPr>
            </a:pPr>
            <a:r>
              <a:t>Live on Mac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828800"/>
            <a:ext cx="4389120" cy="32004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192024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0">
                <a:solidFill>
                  <a:srgbClr val="FFFFFF"/>
                </a:solidFill>
              </a:defRPr>
            </a:pPr>
            <a:r>
              <a:t>💰</a:t>
            </a:r>
          </a:p>
          <a:p>
            <a:pPr algn="ctr">
              <a:defRPr sz="2200" b="1">
                <a:solidFill>
                  <a:srgbClr val="60A5FA"/>
                </a:solidFill>
              </a:defRPr>
            </a:pPr>
            <a:r>
              <a:t>3mate Platform</a:t>
            </a:r>
          </a:p>
          <a:p>
            <a:pPr algn="l">
              <a:defRPr sz="1000" b="0">
                <a:solidFill>
                  <a:srgbClr val="FFFFFF"/>
                </a:solidFill>
              </a:defRPr>
            </a:pPr>
          </a:p>
          <a:p>
            <a:pPr algn="ctr">
              <a:defRPr sz="1400" b="0">
                <a:solidFill>
                  <a:srgbClr val="FFFFFF"/>
                </a:solidFill>
              </a:defRPr>
            </a:pPr>
            <a:r>
              <a:t>Connect wallet → Mint USDC →</a:t>
            </a:r>
          </a:p>
          <a:p>
            <a:pPr algn="ctr">
              <a:defRPr sz="1400" b="0">
                <a:solidFill>
                  <a:srgbClr val="FFFFFF"/>
                </a:solidFill>
              </a:defRPr>
            </a:pPr>
            <a:r>
              <a:t>Open Tunnel → Create API Key → Use</a:t>
            </a:r>
          </a:p>
          <a:p>
            <a:pPr algn="l">
              <a:defRPr sz="1000" b="0">
                <a:solidFill>
                  <a:srgbClr val="FFFFFF"/>
                </a:solidFill>
              </a:defRPr>
            </a:pPr>
          </a:p>
          <a:p>
            <a:pPr algn="ctr">
              <a:defRPr sz="1400" b="0">
                <a:solidFill>
                  <a:srgbClr val="60A5FA"/>
                </a:solidFill>
              </a:defRPr>
            </a:pPr>
            <a:r>
              <a:t>platform.3mate.io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74320"/>
            <a:ext cx="12191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Repositories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1828800" y="1371600"/>
            <a:ext cx="8534095" cy="7315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103120" y="1463040"/>
            <a:ext cx="79552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🤖 AI Agent Skill  -  github.com/EasonC13-agent/lulu-monitor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0" y="2377440"/>
            <a:ext cx="8534095" cy="7315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03120" y="2468880"/>
            <a:ext cx="79552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🖥️ Mac App  -  github.com/EasonC13-agent/LuLuAICompanion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0" y="3383280"/>
            <a:ext cx="8534095" cy="7315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03120" y="3474720"/>
            <a:ext cx="79552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💰 3mate Platform  -  github.com/EasonC13-agent/platform.3mate.io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0" y="4389120"/>
            <a:ext cx="8534095" cy="7315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03120" y="4480560"/>
            <a:ext cx="79552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📄 Docs &amp; Slides  -  github.com/EasonC13-agent/lulu-ai-firewall-sui-hackathon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566928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34D399"/>
                </a:solidFill>
              </a:defRPr>
            </a:pPr>
            <a:r>
              <a:t>Open Source  ·  Sui Testnet  ·  42 Tests / 100% Coverage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0">
                <a:solidFill>
                  <a:srgbClr val="FFFFFF"/>
                </a:solidFill>
              </a:defRPr>
            </a:pPr>
            <a:r>
              <a:t>🛡️🤖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256032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LuLu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47472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34D399"/>
                </a:solidFill>
              </a:defRPr>
            </a:pPr>
            <a:r>
              <a:t>Making firewall decisions intelligent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38912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0A5FA"/>
                </a:solidFill>
              </a:defRPr>
            </a:pPr>
            <a:r>
              <a:t>🌐 platform.3mate.io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30352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4A3B8"/>
                </a:solidFill>
              </a:defRPr>
            </a:pPr>
            <a:r>
              <a:t>Eason Chen · Sui Hackathon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