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</a:defRPr>
            </a:pPr>
            <a:r>
              <a:t>🛡️🤖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LuLu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AI-Powered Firewall Assistant for macOS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A5FA"/>
                </a:solidFill>
              </a:defRPr>
            </a:pPr>
            <a:r>
              <a:t>Sui Hackathon 2026  ·  Sui Tunnel Payment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Eason 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7171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448495" cy="3200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🛡️ Firewalls are critical, but alerts are confusing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LuLu is the best open-source macOS firewall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• Shows alerts like: python3 → 185.199.108.133:443</a:t>
            </a:r>
          </a:p>
          <a:p>
            <a:pPr algn="l">
              <a:defRPr sz="1800" b="0">
                <a:solidFill>
                  <a:srgbClr val="FBBF24"/>
                </a:solidFill>
              </a:defRPr>
            </a:pPr>
            <a:r>
              <a:t>• Average users can't judge if a connection is safe or malicious</a:t>
            </a:r>
          </a:p>
          <a:p>
            <a:pPr algn="l">
              <a:defRPr sz="1800" b="0">
                <a:solidFill>
                  <a:srgbClr val="F87171"/>
                </a:solidFill>
              </a:defRPr>
            </a:pPr>
            <a:r>
              <a:t>• Wrong decisions: allow malware or break legitimate apps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 algn="l">
              <a:defRPr sz="1600" b="0">
                <a:solidFill>
                  <a:srgbClr val="94A3B8"/>
                </a:solidFill>
              </a:defRPr>
            </a:pPr>
            <a:r>
              <a:t>macOS malware increasingly uses outbound connections.</a:t>
            </a:r>
          </a:p>
          <a:p>
            <a:pPr algn="l">
              <a:defRPr sz="1600" b="0">
                <a:solidFill>
                  <a:srgbClr val="FBBF24"/>
                </a:solidFill>
              </a:defRPr>
            </a:pPr>
            <a:r>
              <a:t>Your firewall is only as good as your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4D399"/>
                </a:solidFill>
              </a:defRPr>
            </a:pPr>
            <a:r>
              <a:t>LuLu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Let AI analyze every firewall alert for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38404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7171"/>
                </a:solidFill>
              </a:defRPr>
            </a:pPr>
            <a:r>
              <a:t>🔴 High Risk - Block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python3 → 185.199.108.133:443</a:t>
            </a:r>
          </a:p>
          <a:p>
            <a:pPr algn="l">
              <a:defRPr sz="1400" b="0">
                <a:solidFill>
                  <a:srgbClr val="94A3B8"/>
                </a:solidFill>
              </a:defRPr>
            </a:pPr>
            <a:r>
              <a:t>raw.githubusercontent.com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Unexpected outbound connection during skill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installation. This Python subprocess is downloading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scripts from GitHub via a post-install hook.</a:t>
            </a:r>
          </a:p>
          <a:p>
            <a:pPr algn="l">
              <a:defRPr sz="1400" b="1">
                <a:solidFill>
                  <a:srgbClr val="F87171"/>
                </a:solidFill>
              </a:defRPr>
            </a:pPr>
            <a:r>
              <a:t>Not initiated by user.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87171"/>
                </a:solidFill>
              </a:defRPr>
            </a:pPr>
            <a:r>
              <a:t>Recommendation: 🚫 Block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38404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🟢 Low Risk - Allow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python3.11 → 148.251.183.254:443</a:t>
            </a:r>
          </a:p>
          <a:p>
            <a:pPr algn="l">
              <a:defRPr sz="1400" b="0">
                <a:solidFill>
                  <a:srgbClr val="94A3B8"/>
                </a:solidFill>
              </a:defRPr>
            </a:pPr>
            <a:r>
              <a:t>wttr.in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Running the weather skill for the first time.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Connects to wttr.in (a weather service).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This is expected behavior for this skill.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34D399"/>
                </a:solidFill>
              </a:defRPr>
            </a:pPr>
            <a:r>
              <a:t>Recommendation: ✅ Allow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4D399"/>
                </a:solidFill>
              </a:defRPr>
            </a:pPr>
            <a:r>
              <a:t>From raw IPs to human-readable risk assessment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Real AI Analysis on Telegram</a:t>
            </a:r>
          </a:p>
        </p:txBody>
      </p:sp>
      <p:pic>
        <p:nvPicPr>
          <p:cNvPr id="3" name="Picture 2" descr="telegram-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188720"/>
            <a:ext cx="5356578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Left: 🔴 Suspicious connection blocked  |  Right: 🟢 Safe connection allowed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🤖 Component 1: AI Agent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lulu-monitor - Background service for OpenClaw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9448495" cy="2743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5544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</a:defRPr>
            </a:pPr>
            <a:r>
              <a:t>Features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Detects LuLu alert windows via AppleScript (polls every 1s)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Extracts process name, PID, IP, port, DNS from alert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Analyzes with Claude AI (understands what the process is doing)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Notifies via Telegram with risk level + explanation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4 action buttons: Always Allow, Allow Once, Always Block, Block Once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Auto-execute mode for high-confidence safe connections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A5FA"/>
                </a:solidFill>
              </a:defRPr>
            </a:pPr>
            <a:r>
              <a:t>🛡️ LuLu Alert  →  📝 Extract Info  →  🤖 AI Analyzes  →  📱 Telegram  →  👆 User Taps  →  ✅ Executed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What Makes AI Special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48495" cy="25603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</a:defRPr>
            </a:pPr>
            <a:r>
              <a:t>🧠 The AI has context that you don't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It knows what it was doing when the alert fired</a:t>
            </a:r>
          </a:p>
          <a:p>
            <a:pPr algn="l">
              <a:defRPr sz="1600" b="0">
                <a:solidFill>
                  <a:srgbClr val="F87171"/>
                </a:solidFill>
              </a:defRPr>
            </a:pPr>
            <a:r>
              <a:t>• "I was installing a skill" → post-install hook connection = suspicious</a:t>
            </a:r>
          </a:p>
          <a:p>
            <a:pPr algn="l">
              <a:defRPr sz="1600" b="0">
                <a:solidFill>
                  <a:srgbClr val="34D399"/>
                </a:solidFill>
              </a:defRPr>
            </a:pPr>
            <a:r>
              <a:t>• "I'm running the weather skill" → connection to wttr.in = expected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Same IP, same process, completely different risk based on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297680"/>
            <a:ext cx="9448495" cy="13716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38912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Traditional firewall: python3 → 185.199.108.133:443 → ❓ No idea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87171"/>
                </a:solidFill>
              </a:defRPr>
            </a:pPr>
            <a:r>
              <a:t>LuLu AI: "This connection was NOT initiated by me. It's a post-install hook." → 🔴 Block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🖥️ Component 2: Mac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LuLuAICompanion - Native macOS menu bar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</a:defRPr>
            </a:pPr>
            <a:r>
              <a:t>Features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• Native SwiftUI menu bar app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• Monitors alerts via Accessibility API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• WHOIS + Geo + DNS enrichment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• AI recommendation overlay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• One-click Allow/Block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• Setup wizard for easy config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63040"/>
            <a:ext cx="5029200" cy="411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</a:defRPr>
            </a:pPr>
            <a:r>
              <a:t>Agent Skill vs Mac App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 algn="l">
              <a:defRPr sz="1300" b="0">
                <a:solidFill>
                  <a:srgbClr val="94A3B8"/>
                </a:solidFill>
              </a:defRPr>
            </a:pPr>
            <a:r>
              <a:t>                    Mac App    Agent Skill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Setup:           Download      OpenClaw req'd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Notify:          On-screen     Telegram/Discord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Remote:         ❌ Local        ✅ From phone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Context:        Basic            Full AI context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Auto:             ❌                ✅ Auto-execute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LuLu AI Companion in Action</a:t>
            </a:r>
          </a:p>
        </p:txBody>
      </p:sp>
      <p:pic>
        <p:nvPicPr>
          <p:cNvPr id="3" name="Picture 2" descr="companion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761500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AI recommendation overlay next to LuLu firewall alert on macOS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</a:defRPr>
            </a:pPr>
            <a:r>
              <a:t>Sui Tunnel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Pay-per-use AI via on-chain micropayments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A5FA"/>
                </a:solidFill>
              </a:defRPr>
            </a:pPr>
            <a:r>
              <a:t>💰 Deposit USDC  →  🔑 Create API Key  →  🤖 Use AI  →  ✅ Claim  →  💸 Close/Refund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5029200" cy="2926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</a:defRPr>
            </a:pPr>
            <a:r>
              <a:t>Why Sui?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Sub-second finality for real-time payments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Shared objects = perfect for payment channels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Gas Station = zero gas for end users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Ed25519 native support in Move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560320"/>
            <a:ext cx="5029200" cy="2926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651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Contract Security</a:t>
            </a:r>
          </a:p>
          <a:p>
            <a:pPr algn="l">
              <a:defRPr sz="1600" b="0">
                <a:solidFill>
                  <a:srgbClr val="34D399"/>
                </a:solidFill>
              </a:defRPr>
            </a:pPr>
            <a:r>
              <a:t>• 42 tests, 100% coverage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Multi-key: 1 deposit, N API keys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Grace period prevents operator abuse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User can always close and get refund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503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┌──────────────────────────────────────────────┐</a:t>
            </a:r>
            <a:br/>
            <a:r>
              <a:t>│                User's Mac                     │</a:t>
            </a:r>
            <a:br/>
            <a:r>
              <a:t>│                                               │</a:t>
            </a:r>
            <a:br/>
            <a:r>
              <a:t>│  ┌──────────┐    ┌─────────────────────────┐ │</a:t>
            </a:r>
            <a:br/>
            <a:r>
              <a:t>│  │  LuLu    │───→│  lulu-monitor (Skill)   │ │</a:t>
            </a:r>
            <a:br/>
            <a:r>
              <a:t>│  │ Firewall │    │  or LuLuAI (Mac App)    │ │</a:t>
            </a:r>
            <a:br/>
            <a:r>
              <a:t>│  └──────────┘    └────────────┬────────────┘ │</a:t>
            </a:r>
            <a:br/>
            <a:r>
              <a:t>└───────────────────────────────┼───────────────┘</a:t>
            </a:r>
            <a:br/>
            <a:r>
              <a:t>                                │ API Call (sk-3mate key)</a:t>
            </a:r>
            <a:br/>
            <a:r>
              <a:t>                 ┌──────────────▼──────────────┐</a:t>
            </a:r>
            <a:br/>
            <a:r>
              <a:t>                 │     3mate Platform            │</a:t>
            </a:r>
            <a:br/>
            <a:r>
              <a:t>                 │     platform.3mate.io         │</a:t>
            </a:r>
            <a:br/>
            <a:r>
              <a:t>                 │  ┌─────────┐  ┌───────────┐  │</a:t>
            </a:r>
            <a:br/>
            <a:r>
              <a:t>                 │  │ Claude  │  │ Sui Tunnel│  │</a:t>
            </a:r>
            <a:br/>
            <a:r>
              <a:t>                 │  │ Proxy   │  │ Payment   │  │</a:t>
            </a:r>
            <a:br/>
            <a:r>
              <a:t>                 │  └─────────┘  └───────────┘  │</a:t>
            </a:r>
            <a:br/>
            <a:r>
              <a:t>                 └──────────────┬───────────────┘</a:t>
            </a:r>
            <a:br/>
            <a:r>
              <a:t>                                │ On-chain claim</a:t>
            </a:r>
            <a:br/>
            <a:r>
              <a:t>                 ┌──────────────▼──────────────┐</a:t>
            </a:r>
            <a:br/>
            <a:r>
              <a:t>                 │       Sui Blockchain          │</a:t>
            </a:r>
            <a:br/>
            <a:r>
              <a:t>                 │  Tunnel + TEST_USDC + Ed25519 │</a:t>
            </a:r>
            <a:br/>
            <a:r>
              <a:t>                 └───────────────────────────────┘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4389120" cy="3200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920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</a:defRPr>
            </a:pPr>
            <a:r>
              <a:t>🤖</a:t>
            </a:r>
          </a:p>
          <a:p>
            <a:pPr algn="ctr">
              <a:defRPr sz="2200" b="1">
                <a:solidFill>
                  <a:srgbClr val="60A5FA"/>
                </a:solidFill>
              </a:defRPr>
            </a:pPr>
            <a:r>
              <a:t>AI Agent Skill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Trigger a LuLu alert → AI analyzes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→ Telegram notification → Tap Allow/Block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A78BFA"/>
                </a:solidFill>
              </a:defRPr>
            </a:pPr>
            <a:r>
              <a:t>Live on Mac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4389120" cy="3200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920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</a:defRPr>
            </a:pPr>
            <a:r>
              <a:t>💰</a:t>
            </a:r>
          </a:p>
          <a:p>
            <a:pPr algn="ctr">
              <a:defRPr sz="2200" b="1">
                <a:solidFill>
                  <a:srgbClr val="60A5FA"/>
                </a:solidFill>
              </a:defRPr>
            </a:pPr>
            <a:r>
              <a:t>3mate Platform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Connect wallet → Mint USDC →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Open Tunnel → Create API Key → Use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60A5FA"/>
                </a:solidFill>
              </a:defRPr>
            </a:pPr>
            <a:r>
              <a:t>platform.3mate.io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Repositories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8534095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46304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🤖 AI Agent Skill  -  github.com/EasonC13-agent/lulu-monitor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377440"/>
            <a:ext cx="8534095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246888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🖥️ Mac App  -  github.com/EasonC13-agent/LuLuAICompanion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383280"/>
            <a:ext cx="8534095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4747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💰 3mate Platform  -  github.com/EasonC13-agent/platform.3mate.io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389120"/>
            <a:ext cx="8534095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448056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📄 Docs &amp; Slides  -  github.com/EasonC13-agent/lulu-ai-firewall-sui-hackathon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4D399"/>
                </a:solidFill>
              </a:defRPr>
            </a:pPr>
            <a:r>
              <a:t>Open Source  ·  Sui Testnet  ·  42 Tests / 100% Coverage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</a:defRPr>
            </a:pPr>
            <a:r>
              <a:t>🛡️🤖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LuLu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4D399"/>
                </a:solidFill>
              </a:defRPr>
            </a:pPr>
            <a:r>
              <a:t>Making firewall decisions intelligent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A5FA"/>
                </a:solidFill>
              </a:defRPr>
            </a:pPr>
            <a:r>
              <a:t>🌐 platform.3mate.io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03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Eason Chen · Sui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